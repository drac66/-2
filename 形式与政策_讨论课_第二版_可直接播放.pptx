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夯基固本启新程，数字赋能向未来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乘势而上，接续推进中国式现代化与数字中国建设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班级｜第X组｜成员｜日期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动画要求：本页元素统一“从下方飞入”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为什么要把两个主题合讲？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中国式现代化回答“发展走向哪里”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数字中国回答“发展如何提速提质”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两者关系：目标牵引路径，路径反哺目标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一句话：现代化定方向，数字化强引擎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中国式现代化：方向与价值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人口规模巨大的现代化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全体人民共同富裕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物质文明与精神文明相协调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人与自然和谐共生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走和平发展道路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夯实基础：推进现代化的底盘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制度基础：治理效能与执行能力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产业基础：现代化产业体系与实体经济韧性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民生基础：教育、医疗、就业、社保托底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安全基础：粮食、能源、产业链、数据安全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全面发力：高质量发展的四个抓手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创新：科技自立自强，发展新质生产力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协调：区域协同、城乡融合、产业联动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绿色：低碳转型、生态价值转化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开放：更高水平开放与规则对接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数字中国：为什么是“乘数效应”？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数字化同时作用于治理、生产、生活三大系统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重构流程、重组资源、重塑效率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数字中国效能 = 基础设施 × 数据要素 × 技术创新 × 场景落地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建设路径：一底座、两能力、三场景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一底座：算力网络、数据平台、数字基础设施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两能力：数据治理能力 + 技术创新能力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三场景：数字政府、数字经济、数字社会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场景一：数字政府（治理提效）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政务流程线上化、标准化、协同化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群众办事少跑腿、少材料、少等待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数据辅助决策，提升公共服务精准度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场景二：数字经济（产业升级）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制造业数字化改造：可视化、柔性化、智能化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传统产业与平台经济深度融合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中小企业上云用数赋智，提升抗风险能力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场景三：数字社会（普惠便民）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在线教育、互联网医疗、智慧交通持续优化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公共服务覆盖更广，城乡可及性提升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重视数字鸿沟治理，确保重点群体不掉队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现实挑战：发展与安全双平衡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核心技术与关键环节仍需突破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数据流通与隐私保护边界要更清晰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地区、行业、人群数字能力差异仍存在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结语：把目标变成可执行行动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中国式现代化是长期目标，需夯基固本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数字中国是关键引擎，正在持续赋能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把质量、效率、公平、安全统一起来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谢谢大家，欢迎批评指正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动画统一设置：标题与要点依次“飞入（自底部）”，持续0.5秒，延迟每项+0.1秒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Class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形式与政策讨论课 第二版</dc:title>
  <dc:subject>形式与政策讨论课</dc:subject>
  <dc:creator>OpenClaw Assistant</dc:creator>
  <cp:lastModifiedBy>OpenClaw Assistant</cp:lastModifiedBy>
  <cp:revision>1</cp:revision>
  <dcterms:created xsi:type="dcterms:W3CDTF">2026-04-29T02:56:29Z</dcterms:created>
  <dcterms:modified xsi:type="dcterms:W3CDTF">2026-04-29T02:56:29Z</dcterms:modified>
</cp:coreProperties>
</file>