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6213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封面｜夯实基础，全面发力；乘数而上，智启未来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881360" cy="5394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200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我们是第</a:t>
            </a:r>
            <a:r>
              <a:rPr lang="zh-CN" alt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r>
              <a:rPr lang="en-US" sz="200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组。今天汇报两个主题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1）夯实基础，全面发力——乘势而上，接续推进中国式现代化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2）乘数而上，智启未来——深入推进数字中国建设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动画统一：本页所有文本框按顺序设置“飞入（自底部）”，持续0.5秒，延迟每项+0.1秒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第1页｜为什么两个主题要放在一起讲？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881360" cy="5394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中国式现代化是“总目标”，回答我们要走向哪里；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数字中国是“关键抓手”，回答我们如何更快更稳地到达目标。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可以这样理解：现代化告诉我们“方向”，数字化提供“动力系统”。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所以，两者不是并列关系，而是目标与路径、战略与工具的协同关系。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动画统一：本页所有文本框按顺序设置“飞入（自底部）”，持续0.5秒，延迟每项+0.1秒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第2页｜中国式现代化的核心内涵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881360" cy="5394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中国式现代化具有五个鲜明特征：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人口规模巨大的现代化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全体人民共同富裕的现代化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物质文明和精神文明相协调的现代化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人与自然和谐共生的现代化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走和平发展道路的现代化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这意味着我们追求的不只是“快”，更是“好”、是“可持续”、是“让更多人受益”。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动画统一：本页所有文本框按顺序设置“飞入（自底部）”，持续0.5秒，延迟每项+0.1秒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第3页｜夯实基础：基础到底是什么？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881360" cy="5394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我们组认为，推进现代化至少要夯实四类基础：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制度基础：治理体系和治理能力现代化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经济基础：高质量发展与现代化产业体系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民生基础：教育、医疗、就业、社保等公共服务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安全基础：粮食、能源、产业链、数据安全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这四块基础像“地基”，决定现代化能不能走得稳、走得远。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动画统一：本页所有文本框按顺序设置“飞入（自底部）”，持续0.5秒，延迟每项+0.1秒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第4页｜全面发力：从“有没有”到“好不好”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881360" cy="5394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在夯实基础的同时，还要全面发力。核心着力点有四个：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创新驱动：科技自立自强，发展新质生产力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协调发展：区域、城乡、产业协同推进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绿色转型：低碳发展与生态价值转化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开放合作：在更高水平开放中提升竞争力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关键是把“潜力”转化为“现实生产力”和“长期竞争力”。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动画统一：本页所有文本框按顺序设置“飞入（自底部）”，持续0.5秒，延迟每项+0.1秒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第5页｜数字中国为什么是“乘数效应”？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881360" cy="5394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数字化不是简单“+1”，而是“×N”。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因为它可以同时提升效率、降低成本、扩大服务覆盖，并重构生产、流通、治理和生活方式。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我们用一个公式概括：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数字中国 = 新基础设施 × 数据要素 × 场景应用 × 制度创新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多个环节同步发力，最终形成系统性增益。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动画统一：本页所有文本框按顺序设置“飞入（自底部）”，持续0.5秒，延迟每项+0.1秒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第6页｜推进框架：一底座、两引擎、多场景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881360" cy="5394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数字中国建设可以概括为：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一底座：数字基础设施（算力、网络、平台）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两引擎：数据要素市场化 + 数字技术创新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多场景：数字政府、数字经济、数字社会、数字生态文明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推进逻辑是“先打底、再提能、后扩面”，最终实现规模化落地。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动画统一：本页所有文本框按顺序设置“飞入（自底部）”，持续0.5秒，延迟每项+0.1秒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第7页｜场景一：数字政府（治理更高效）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881360" cy="5394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数字政府最直观的变化是办事体验提升。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以前群众常常“多头跑、反复交材料”，现在越来越多事项实现“一网通办”。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这背后是流程再造与数据共享，不只是线下流程搬到线上。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结果是：决策更精准、响应更及时、服务更可及，群众获得感更强。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动画统一：本页所有文本框按顺序设置“飞入（自底部）”，持续0.5秒，延迟每项+0.1秒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第8页｜场景二：数字经济（产业更有竞争力）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881360" cy="5394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数字化正推动产业从“制造”走向“智造”。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通过工业互联网，生产流程更可视化、柔性化、智能化；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平台经济与实体经济融合，催生新业态与新模式；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中小企业“上云用数赋智”，抗风险能力和效率都在提升。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数字经济不是替代实体，而是让实体更强。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动画统一：本页所有文本框按顺序设置“飞入（自底部）”，持续0.5秒，延迟每项+0.1秒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第9页｜场景三：数字社会（生活更便利）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881360" cy="5394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在线教育、互联网医疗、智慧出行等服务持续优化，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数字化正在改善每个人的日常生活体验。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但我们也要重视数字鸿沟问题，让老年人、偏远地区群体“会用、敢用、用得好”。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所以数字社会的目标，不只是“能用”，而是“好用、普惠、安全”。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动画统一：本页所有文本框按顺序设置“飞入（自底部）”，持续0.5秒，延迟每项+0.1秒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第10页｜挑战：发展与安全并重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881360" cy="5394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推进数字中国还面临三类挑战：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1）核心技术能力仍需持续突破；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2）数据流通与隐私保护要精细平衡；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3）区域、人群数字能力差异仍然存在。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因此必须在发展中同步治理，在提速中守住安全与公平底线。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动画统一：本页所有文本框按顺序设置“飞入（自底部）”，持续0.5秒，延迟每项+0.1秒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第11页｜建议：政策、技术、人才、治理协同发力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881360" cy="5394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我们组提出四点建议：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政策端：完善数据产权、流通、收益分配和监管机制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技术端：加强关键核心技术攻关，提升自主可控能力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人才端：强化数字素养教育，培养复合型人才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治理端：建立包容审慎、风险可控的数字治理体系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四个方面要形成闭环，避免“单点突破、整体不强”。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动画统一：本页所有文本框按顺序设置“飞入（自底部）”，持续0.5秒，延迟每项+0.1秒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第12页｜结语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881360" cy="5394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总结三句话：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1）中国式现代化是方向，数字中国是路径；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2）夯实基础是前提，全面发力是关键；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3）把发展质量、治理效能与民生温度统一起来，现代化才能行稳致远。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数字中国不是未来时，而是进行时；不是选择题，而是必答题。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谢谢大家，欢迎批评指正。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动画统一：本页所有文本框按顺序设置“飞入（自底部）”，持续0.5秒，延迟每项+0.1秒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755</Words>
  <Application>Microsoft Office PowerPoint</Application>
  <PresentationFormat>宽屏</PresentationFormat>
  <Paragraphs>118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形式与政策讨论课（讲稿同款）</dc:title>
  <dc:subject>PptxGenJS Presentation</dc:subject>
  <dc:creator>OpenClaw Assistant</dc:creator>
  <cp:lastModifiedBy>master drac</cp:lastModifiedBy>
  <cp:revision>2</cp:revision>
  <dcterms:created xsi:type="dcterms:W3CDTF">2026-04-29T02:59:04Z</dcterms:created>
  <dcterms:modified xsi:type="dcterms:W3CDTF">2026-04-29T03:10:49Z</dcterms:modified>
</cp:coreProperties>
</file>